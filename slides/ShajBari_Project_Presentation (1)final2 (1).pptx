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sEc3Q55WgTn3z0ns80fmvIp7q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8030ebc08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8030ebc08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8030ebc08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8030ebc08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8030ebc08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8030ebc08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8030ebc0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8030ebc0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e8030ebc0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8030ebc0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8030ebc0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8030ebc0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6B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solidFill>
            <a:srgbClr val="FF6B9D">
              <a:alpha val="25098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863850" y="2583192"/>
            <a:ext cx="1097400" cy="1097400"/>
          </a:xfrm>
          <a:prstGeom prst="ellipse">
            <a:avLst/>
          </a:prstGeom>
          <a:solidFill>
            <a:srgbClr val="F8B500">
              <a:alpha val="30196"/>
            </a:srgbClr>
          </a:solidFill>
          <a:ln cap="flat" cmpd="sng" w="12700">
            <a:solidFill>
              <a:srgbClr val="F8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035040" y="2286000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54864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🪡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118872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ShajBari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FASHION HOUSE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" y="2423160"/>
            <a:ext cx="2743200" cy="36576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26060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CCD8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ECCD8"/>
                </a:solidFill>
                <a:latin typeface="Calibri"/>
                <a:ea typeface="Calibri"/>
                <a:cs typeface="Calibri"/>
                <a:sym typeface="Calibri"/>
              </a:rPr>
              <a:t>Full-Stack Web Application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57200" y="29718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Saree &amp; Panjabi E-Commerce Platform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57200" y="3566160"/>
            <a:ext cx="914400" cy="292608"/>
          </a:xfrm>
          <a:prstGeom prst="roundRect">
            <a:avLst>
              <a:gd fmla="val 25000" name="adj"/>
            </a:avLst>
          </a:prstGeom>
          <a:solidFill>
            <a:srgbClr val="C44569">
              <a:alpha val="80000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57200" y="35661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1444752" y="3566160"/>
            <a:ext cx="914400" cy="292608"/>
          </a:xfrm>
          <a:prstGeom prst="roundRect">
            <a:avLst>
              <a:gd fmla="val 25000" name="adj"/>
            </a:avLst>
          </a:prstGeom>
          <a:solidFill>
            <a:srgbClr val="C44569">
              <a:alpha val="80000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444752" y="35661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2432304" y="3566160"/>
            <a:ext cx="914400" cy="292608"/>
          </a:xfrm>
          <a:prstGeom prst="roundRect">
            <a:avLst>
              <a:gd fmla="val 25000" name="adj"/>
            </a:avLst>
          </a:prstGeom>
          <a:solidFill>
            <a:srgbClr val="C44569">
              <a:alpha val="80000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432304" y="35661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419856" y="3566160"/>
            <a:ext cx="914400" cy="292608"/>
          </a:xfrm>
          <a:prstGeom prst="roundRect">
            <a:avLst>
              <a:gd fmla="val 25000" name="adj"/>
            </a:avLst>
          </a:prstGeom>
          <a:solidFill>
            <a:srgbClr val="C44569">
              <a:alpha val="80000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3419856" y="35661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407408" y="3566160"/>
            <a:ext cx="914400" cy="292608"/>
          </a:xfrm>
          <a:prstGeom prst="roundRect">
            <a:avLst>
              <a:gd fmla="val 25000" name="adj"/>
            </a:avLst>
          </a:prstGeom>
          <a:solidFill>
            <a:srgbClr val="C44569">
              <a:alpha val="80000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4407408" y="35661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6035040" y="164592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Presentation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559625" y="4068350"/>
            <a:ext cx="3471600" cy="102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</a:rPr>
              <a:t>Submitted by: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</a:rPr>
              <a:t>Md. Jobaidul Islam  (242-008-042)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</a:rPr>
              <a:t>Asib Hossen  (242-011-042)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</a:rPr>
              <a:t>Ziaur Rahman Arnab  (242-045-042)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6132425" y="3858775"/>
            <a:ext cx="2926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Course: CSE 232 – Database System Design (Lab)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Primeasia University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Submission: 13/05/2026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966000" y="280975"/>
            <a:ext cx="7744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Georgia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E-Commerce Business Management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65760" y="960120"/>
            <a:ext cx="4754880" cy="3383280"/>
          </a:xfrm>
          <a:prstGeom prst="rect">
            <a:avLst/>
          </a:prstGeom>
          <a:solidFill>
            <a:srgbClr val="FDF6F8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94360" y="10972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What is ShajBari?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94360" y="1508760"/>
            <a:ext cx="42976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ShajBari is a Bangladeshi online fashion store for Saree and Panjabi clothing. Customers can browse products, filter by category, add items to a cart, and place Cash on Delivery orders.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Logged-in users get a personal profile page to view all their past orders with a visual status tracker.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577840" y="960120"/>
            <a:ext cx="155448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577840" y="10972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577840" y="15087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577840" y="192024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HTML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269480" y="960120"/>
            <a:ext cx="155448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269480" y="10972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269480" y="15087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269480" y="192024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PHP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577840" y="2651760"/>
            <a:ext cx="155448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577840" y="27889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577840" y="32004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577840" y="36118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DB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269480" y="2651760"/>
            <a:ext cx="155448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269480" y="27889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269480" y="32004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269480" y="36118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Responsive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C44569">
              <a:alpha val="10196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2D4E"/>
                </a:solidFill>
                <a:latin typeface="Calibri"/>
                <a:ea typeface="Calibri"/>
                <a:cs typeface="Calibri"/>
                <a:sym typeface="Calibri"/>
              </a:rPr>
              <a:t>Target Market: Bangladesh | Payment: Cash on Delivery | Language: English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Tech Stack &amp; File Structure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65760" y="960120"/>
            <a:ext cx="3840480" cy="621792"/>
          </a:xfrm>
          <a:prstGeom prst="rect">
            <a:avLst/>
          </a:prstGeom>
          <a:solidFill>
            <a:srgbClr val="F9F2F5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65760" y="960120"/>
            <a:ext cx="64008" cy="621792"/>
          </a:xfrm>
          <a:prstGeom prst="rect">
            <a:avLst/>
          </a:prstGeom>
          <a:solidFill>
            <a:srgbClr val="E34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02920" y="10332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051560" y="9966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051560" y="127101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Page 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65760" y="1709928"/>
            <a:ext cx="3840480" cy="621792"/>
          </a:xfrm>
          <a:prstGeom prst="rect">
            <a:avLst/>
          </a:prstGeom>
          <a:solidFill>
            <a:srgbClr val="F9F2F5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1709928"/>
            <a:ext cx="64008" cy="621792"/>
          </a:xfrm>
          <a:prstGeom prst="rect">
            <a:avLst/>
          </a:prstGeom>
          <a:solidFill>
            <a:srgbClr val="1572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02920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51560" y="17465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051560" y="202082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Styling &amp; Responsive Layout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5760" y="2459736"/>
            <a:ext cx="3840480" cy="621792"/>
          </a:xfrm>
          <a:prstGeom prst="rect">
            <a:avLst/>
          </a:prstGeom>
          <a:solidFill>
            <a:srgbClr val="F9F2F5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5760" y="2459736"/>
            <a:ext cx="64008" cy="621792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02920" y="253288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051560" y="24963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051560" y="277063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Cart, Dynamic 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760" y="3209544"/>
            <a:ext cx="3840480" cy="621792"/>
          </a:xfrm>
          <a:prstGeom prst="rect">
            <a:avLst/>
          </a:prstGeom>
          <a:solidFill>
            <a:srgbClr val="F9F2F5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3209544"/>
            <a:ext cx="64008" cy="621792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02920" y="328269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🐘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051560" y="3246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PHP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051560" y="35204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Server Logic &amp; Session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3959352"/>
            <a:ext cx="3840480" cy="621792"/>
          </a:xfrm>
          <a:prstGeom prst="rect">
            <a:avLst/>
          </a:prstGeom>
          <a:solidFill>
            <a:srgbClr val="F9F2F5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65760" y="3959352"/>
            <a:ext cx="64008" cy="621792"/>
          </a:xfrm>
          <a:prstGeom prst="rect">
            <a:avLst/>
          </a:prstGeom>
          <a:solidFill>
            <a:srgbClr val="447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02920" y="403250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051560" y="39959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051560" y="427024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Database 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0" y="914400"/>
            <a:ext cx="4206240" cy="400507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709160" y="10058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9D"/>
                </a:solidFill>
                <a:latin typeface="Consolas"/>
                <a:ea typeface="Consolas"/>
                <a:cs typeface="Consolas"/>
                <a:sym typeface="Consolas"/>
              </a:rPr>
              <a:t>📁  Project Root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709160" y="1325880"/>
            <a:ext cx="393192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├── index.html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├── login.html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├── register.html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├── profile.html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├── 📁 css/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│   ├── style.css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│   ├── login.css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│   ├── register.css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│   └── profile.css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└── 📁 php/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    ├── db.php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    ├── login.php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    ├── register.php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    ├── order.php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D8C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D8C8"/>
                </a:solidFill>
                <a:latin typeface="Consolas"/>
                <a:ea typeface="Consolas"/>
                <a:cs typeface="Consolas"/>
                <a:sym typeface="Consolas"/>
              </a:rPr>
              <a:t>      └── 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Database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0040" y="960120"/>
            <a:ext cx="4114800" cy="192024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29768" y="97840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🗂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7200" y="1371600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fullname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email (UNIQUE)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phone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password (hashed)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created_at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54880" y="960120"/>
            <a:ext cx="4114800" cy="192024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864608" y="97840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🗂 orders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892040" y="1371600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user_id (FK → users)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order_number (UNIQUE)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customer_name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phone / address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subtotal / delivery / total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payment_method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status (ENUM)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created_at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0" y="3063240"/>
            <a:ext cx="4114800" cy="192024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20040" y="3063240"/>
            <a:ext cx="41148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29768" y="30815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🗂 order_items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" y="3474720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order_id (FK → orders)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product_id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product_name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price / quantity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754880" y="3063240"/>
            <a:ext cx="4114800" cy="192024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754880" y="3063240"/>
            <a:ext cx="411480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64608" y="30815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🗂 contact_messages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92040" y="3474720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name / email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message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is_read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▸ created_at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🔗  orders.user_id → users.id  |  order_items.order_id → orders.id (CASCADE DELETE)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It All Connects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385816" y="1581912"/>
            <a:ext cx="91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095744" y="1581912"/>
            <a:ext cx="91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18000" y="1049600"/>
            <a:ext cx="8508000" cy="3622500"/>
          </a:xfrm>
          <a:prstGeom prst="rect">
            <a:avLst/>
          </a:prstGeom>
          <a:solidFill>
            <a:srgbClr val="1E1E3F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7200" y="1261844"/>
            <a:ext cx="4630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300"/>
              <a:buFont typeface="Calibri"/>
              <a:buNone/>
            </a:pPr>
            <a:r>
              <a:rPr b="1" i="0" lang="en-US" sz="23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Complete User Auth Flow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02920" y="2246890"/>
            <a:ext cx="8229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100"/>
              <a:buFont typeface="Calibri"/>
              <a:buNone/>
            </a:pPr>
            <a:r>
              <a:rPr b="1" i="0" lang="en-US" sz="2000" u="none" cap="none" strike="noStrik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➜  Register → password_hash() → INSERT users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58945" y="2838667"/>
            <a:ext cx="8229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100"/>
              <a:buFont typeface="Calibri"/>
              <a:buNone/>
            </a:pPr>
            <a:r>
              <a:rPr b="1" i="0" lang="en-US" sz="2000" u="none" cap="none" strike="noStrik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➜  Login → SELECT user → password_verify() → $_SESSION set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246000" y="3426550"/>
            <a:ext cx="7580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100"/>
              <a:buFont typeface="Calibri"/>
              <a:buNone/>
            </a:pPr>
            <a:r>
              <a:rPr b="1" i="0" lang="en-US" sz="2000" u="none" cap="none" strike="noStrik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➜  Page Load → check_session.php → JSON → navbar updated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895800" y="4014425"/>
            <a:ext cx="693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100"/>
              <a:buFont typeface="Calibri"/>
              <a:buNone/>
            </a:pPr>
            <a:r>
              <a:rPr b="1" i="0" lang="en-US" sz="2000" u="none" cap="none" strike="noStrik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➜  Logout → session_destroy() → redirect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5" title="ChatGPT Image May 12, 2026, 08_44_22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82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Frontend Features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20040" y="960120"/>
            <a:ext cx="2697480" cy="1828800"/>
          </a:xfrm>
          <a:prstGeom prst="rect">
            <a:avLst/>
          </a:prstGeom>
          <a:solidFill>
            <a:srgbClr val="FDF6F8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20040" y="10972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57200" y="158191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Hero Section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11480" y="19202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Animated banner with stats: 500+ Products, 10K+ Customers, 4.9★ 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200400" y="960120"/>
            <a:ext cx="2697480" cy="1828800"/>
          </a:xfrm>
          <a:prstGeom prst="rect">
            <a:avLst/>
          </a:prstGeom>
          <a:solidFill>
            <a:srgbClr val="FDF6F8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200400" y="10972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337560" y="158191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Live 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291840" y="19202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Filters product grid in real-time as user types — no page reload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080760" y="960120"/>
            <a:ext cx="2697480" cy="1828800"/>
          </a:xfrm>
          <a:prstGeom prst="rect">
            <a:avLst/>
          </a:prstGeom>
          <a:solidFill>
            <a:srgbClr val="FDF6F8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080760" y="109728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217920" y="158191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Cart Sidebar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172200" y="19202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Slide-in cart with add/remove, quantity control, and delivery zone selector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20040" y="2971800"/>
            <a:ext cx="2697480" cy="1828800"/>
          </a:xfrm>
          <a:prstGeom prst="rect">
            <a:avLst/>
          </a:prstGeom>
          <a:solidFill>
            <a:srgbClr val="FDF6F8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20040" y="31089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57200" y="359359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Session Navbar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11480" y="393192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Checks login status via AJAX; shows user avatar + dropdown or Login button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200400" y="2971800"/>
            <a:ext cx="2697480" cy="1828800"/>
          </a:xfrm>
          <a:prstGeom prst="rect">
            <a:avLst/>
          </a:prstGeom>
          <a:solidFill>
            <a:srgbClr val="FDF6F8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200400" y="31089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337560" y="359359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Order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291840" y="393192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Collects name, phone, address → sends JSON to PHP → shows confirmation modal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080760" y="2971800"/>
            <a:ext cx="2697480" cy="1828800"/>
          </a:xfrm>
          <a:prstGeom prst="rect">
            <a:avLst/>
          </a:prstGeom>
          <a:solidFill>
            <a:srgbClr val="FDF6F8"/>
          </a:solidFill>
          <a:ln cap="flat" cmpd="sng" w="12700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080760" y="31089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217920" y="359359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Responsive Design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172200" y="393192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Mobile-first layout using CSS media queries; hamburger menu on small screens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/>
        </p:nvSpPr>
        <p:spPr>
          <a:xfrm>
            <a:off x="2832650" y="267815"/>
            <a:ext cx="304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 b="1" i="0" sz="20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89535" y="1286510"/>
            <a:ext cx="8914765" cy="367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139000" y="668025"/>
            <a:ext cx="304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Form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7" title="Screenshot 2026-05-12 20300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950" y="1200525"/>
            <a:ext cx="7986302" cy="3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/>
        </p:nvSpPr>
        <p:spPr>
          <a:xfrm>
            <a:off x="153250" y="120750"/>
            <a:ext cx="24498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60375" y="0"/>
            <a:ext cx="89286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8" title="Screenshot 2026-05-12 20302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3524"/>
            <a:ext cx="9144001" cy="447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 txBox="1"/>
          <p:nvPr/>
        </p:nvSpPr>
        <p:spPr>
          <a:xfrm>
            <a:off x="3422550" y="333525"/>
            <a:ext cx="22989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Login Form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9" title="Screenshot 2026-05-12 2030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50" y="600575"/>
            <a:ext cx="9196175" cy="4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 txBox="1"/>
          <p:nvPr/>
        </p:nvSpPr>
        <p:spPr>
          <a:xfrm>
            <a:off x="3300600" y="31775"/>
            <a:ext cx="25428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Page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0" title="Screenshot 2026-05-12 20310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75" y="435325"/>
            <a:ext cx="8907650" cy="47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3492150" y="0"/>
            <a:ext cx="21597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Cart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1" title="Screenshot 2026-05-12 2032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475" y="398050"/>
            <a:ext cx="8315798" cy="47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3417175" y="0"/>
            <a:ext cx="2252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Section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2" title="Screenshot 2026-05-12 20321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525" y="440700"/>
            <a:ext cx="7664374" cy="47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 txBox="1"/>
          <p:nvPr/>
        </p:nvSpPr>
        <p:spPr>
          <a:xfrm>
            <a:off x="2708263" y="0"/>
            <a:ext cx="3552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 Section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3" title="Screenshot 2026-05-12 2033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800" y="407675"/>
            <a:ext cx="8056475" cy="47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 txBox="1"/>
          <p:nvPr/>
        </p:nvSpPr>
        <p:spPr>
          <a:xfrm>
            <a:off x="2719200" y="4650"/>
            <a:ext cx="39591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Section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4" title="Screenshot 2026-05-12 20331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525" y="449450"/>
            <a:ext cx="8351799" cy="4694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 txBox="1"/>
          <p:nvPr/>
        </p:nvSpPr>
        <p:spPr>
          <a:xfrm>
            <a:off x="2754025" y="-6975"/>
            <a:ext cx="35877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History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PHP Backend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365760" y="914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4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2D4E"/>
                </a:solidFill>
                <a:latin typeface="Calibri"/>
                <a:ea typeface="Calibri"/>
                <a:cs typeface="Calibri"/>
                <a:sym typeface="Calibri"/>
              </a:rPr>
              <a:t>PHP Files &amp; Their Jobs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365760" y="1298575"/>
            <a:ext cx="8029575" cy="347345"/>
          </a:xfrm>
          <a:prstGeom prst="rect">
            <a:avLst/>
          </a:prstGeom>
          <a:solidFill>
            <a:srgbClr val="FDF6F8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1259205" y="134772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db.php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3923665" y="135407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MySQL connection (shared by all files)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365760" y="1691640"/>
            <a:ext cx="8023860" cy="3473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1259205" y="170535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register.php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3923665" y="1746631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Validate form, hash password, INSERT 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365760" y="2084705"/>
            <a:ext cx="8024495" cy="347345"/>
          </a:xfrm>
          <a:prstGeom prst="rect">
            <a:avLst/>
          </a:prstGeom>
          <a:solidFill>
            <a:srgbClr val="FDF6F8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1259205" y="212775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login.php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3923665" y="2139823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Verify password, set $_SESSION variables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365760" y="2477770"/>
            <a:ext cx="8023860" cy="3473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1259205" y="2514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logout.php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3923665" y="251460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Destroy session, redirect to homepage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365760" y="2871470"/>
            <a:ext cx="8029575" cy="347345"/>
          </a:xfrm>
          <a:prstGeom prst="rect">
            <a:avLst/>
          </a:prstGeom>
          <a:solidFill>
            <a:srgbClr val="FDF6F8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1259205" y="2926207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check_session.php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3923665" y="2917317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Return JSON: is user logged in?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365760" y="3264535"/>
            <a:ext cx="8023860" cy="3473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1259205" y="33009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get_profile.php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3923665" y="329209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Return JSON: user name, email, phone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365760" y="3657600"/>
            <a:ext cx="8030210" cy="347345"/>
          </a:xfrm>
          <a:prstGeom prst="rect">
            <a:avLst/>
          </a:prstGeom>
          <a:solidFill>
            <a:srgbClr val="FDF6F8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1259205" y="3680841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get_orders.php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3923665" y="3698621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Return JSON: orders + nested items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365760" y="4050665"/>
            <a:ext cx="8023860" cy="3473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259205" y="406831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order.php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3923665" y="4105783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Receive JSON cart, INSERT order + items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365760" y="4443730"/>
            <a:ext cx="8030210" cy="347345"/>
          </a:xfrm>
          <a:prstGeom prst="rect">
            <a:avLst/>
          </a:prstGeom>
          <a:solidFill>
            <a:srgbClr val="FDF6F8"/>
          </a:solidFill>
          <a:ln cap="flat" cmpd="sng" w="9525">
            <a:solidFill>
              <a:srgbClr val="F0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259205" y="44932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onsolas"/>
                <a:ea typeface="Consolas"/>
                <a:cs typeface="Consolas"/>
                <a:sym typeface="Consolas"/>
              </a:rPr>
              <a:t>contact.php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3923665" y="4512945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Validate &amp; INSERT contact 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3e8030ebc08_0_11" title="Screenshot 2026-05-13 0200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25" y="152400"/>
            <a:ext cx="857854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3e8030ebc08_0_16" title="Screenshot 2026-05-13 0200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75" y="152400"/>
            <a:ext cx="861678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g3e8030ebc08_0_6" title="Screenshot 2026-05-13 0159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313" y="152400"/>
            <a:ext cx="858338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e8030ebc08_0_0" title="Screenshot 2026-05-13 0158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0" y="45225"/>
            <a:ext cx="9003599" cy="50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e8030ebc08_0_0"/>
          <p:cNvSpPr txBox="1"/>
          <p:nvPr/>
        </p:nvSpPr>
        <p:spPr>
          <a:xfrm>
            <a:off x="6562325" y="3035025"/>
            <a:ext cx="2264100" cy="75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C44569">
              <a:alpha val="20000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F6B9D">
              <a:alpha val="14901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3886200" y="50292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🪡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1371600" y="123444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1371600" y="21488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ShajBari Fashion House — Full-Stack Web Project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2743200" y="2651760"/>
            <a:ext cx="3657600" cy="36576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1097280" y="28803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6B9D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1097280" y="33832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2926080" y="28803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6B9D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2926080" y="33832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PHP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4754880" y="28803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6B9D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4754880" y="33832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DB 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583680" y="28803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6B9D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6583680" y="33832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Secure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1371600" y="39319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Built with HTML · CSS · JavaScript · PHP · MySQL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2926080" y="4434840"/>
            <a:ext cx="3291840" cy="41148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2926080" y="44348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 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2026-05-12T20:06:42Z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80233C5A8E47494F976F37C536B96898_13</vt:lpwstr>
  </property>
  <property fmtid="{D5CDD505-2E9C-101B-9397-08002B2CF9AE}" pid="3" name="KSOProductBuildVer">
    <vt:lpwstr>1033-12.2.0.23196</vt:lpwstr>
  </property>
</Properties>
</file>